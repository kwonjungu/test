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jung kim" userId="55a97ceace8a2d73" providerId="LiveId" clId="{2D66D55D-9F0F-4536-BE24-F1755253EAB7}"/>
    <pc:docChg chg="undo custSel modSld modMainMaster">
      <pc:chgData name="heejung kim" userId="55a97ceace8a2d73" providerId="LiveId" clId="{2D66D55D-9F0F-4536-BE24-F1755253EAB7}" dt="2026-06-08T06:30:46.816" v="99" actId="1076"/>
      <pc:docMkLst>
        <pc:docMk/>
      </pc:docMkLst>
      <pc:sldChg chg="addSp delSp modSp mod">
        <pc:chgData name="heejung kim" userId="55a97ceace8a2d73" providerId="LiveId" clId="{2D66D55D-9F0F-4536-BE24-F1755253EAB7}" dt="2026-06-08T06:30:46.816" v="99" actId="1076"/>
        <pc:sldMkLst>
          <pc:docMk/>
          <pc:sldMk cId="802875818" sldId="256"/>
        </pc:sldMkLst>
        <pc:spChg chg="add mod">
          <ac:chgData name="heejung kim" userId="55a97ceace8a2d73" providerId="LiveId" clId="{2D66D55D-9F0F-4536-BE24-F1755253EAB7}" dt="2026-06-08T06:29:59.983" v="48"/>
          <ac:spMkLst>
            <pc:docMk/>
            <pc:sldMk cId="802875818" sldId="256"/>
            <ac:spMk id="23" creationId="{D517FA5D-1E06-79ED-2D1F-CD5BA9C9E871}"/>
          </ac:spMkLst>
        </pc:spChg>
        <pc:spChg chg="add mod">
          <ac:chgData name="heejung kim" userId="55a97ceace8a2d73" providerId="LiveId" clId="{2D66D55D-9F0F-4536-BE24-F1755253EAB7}" dt="2026-06-08T06:29:59.983" v="48"/>
          <ac:spMkLst>
            <pc:docMk/>
            <pc:sldMk cId="802875818" sldId="256"/>
            <ac:spMk id="24" creationId="{6219E4BC-235E-9B5A-5C59-AE6F9D72D567}"/>
          </ac:spMkLst>
        </pc:spChg>
        <pc:spChg chg="add mod">
          <ac:chgData name="heejung kim" userId="55a97ceace8a2d73" providerId="LiveId" clId="{2D66D55D-9F0F-4536-BE24-F1755253EAB7}" dt="2026-06-08T06:30:46.816" v="99" actId="1076"/>
          <ac:spMkLst>
            <pc:docMk/>
            <pc:sldMk cId="802875818" sldId="256"/>
            <ac:spMk id="25" creationId="{71F2DB03-AB94-9C1B-0286-CF77A328BA24}"/>
          </ac:spMkLst>
        </pc:spChg>
        <pc:spChg chg="add mod">
          <ac:chgData name="heejung kim" userId="55a97ceace8a2d73" providerId="LiveId" clId="{2D66D55D-9F0F-4536-BE24-F1755253EAB7}" dt="2026-06-08T06:30:46.816" v="99" actId="1076"/>
          <ac:spMkLst>
            <pc:docMk/>
            <pc:sldMk cId="802875818" sldId="256"/>
            <ac:spMk id="26" creationId="{AF1B8E5B-B5D3-1F02-0686-CD3B41A112DB}"/>
          </ac:spMkLst>
        </pc:spChg>
        <pc:picChg chg="add del mod ord">
          <ac:chgData name="heejung kim" userId="55a97ceace8a2d73" providerId="LiveId" clId="{2D66D55D-9F0F-4536-BE24-F1755253EAB7}" dt="2026-06-08T06:28:07.091" v="35" actId="478"/>
          <ac:picMkLst>
            <pc:docMk/>
            <pc:sldMk cId="802875818" sldId="256"/>
            <ac:picMk id="3" creationId="{6813703F-DB78-87B7-96B9-A9BEC00E1813}"/>
          </ac:picMkLst>
        </pc:picChg>
        <pc:picChg chg="add del mod ord">
          <ac:chgData name="heejung kim" userId="55a97ceace8a2d73" providerId="LiveId" clId="{2D66D55D-9F0F-4536-BE24-F1755253EAB7}" dt="2026-06-08T06:28:06.583" v="34" actId="478"/>
          <ac:picMkLst>
            <pc:docMk/>
            <pc:sldMk cId="802875818" sldId="256"/>
            <ac:picMk id="5" creationId="{56B892CE-93A2-8BAC-9550-83F830DAA99C}"/>
          </ac:picMkLst>
        </pc:picChg>
        <pc:picChg chg="add del">
          <ac:chgData name="heejung kim" userId="55a97ceace8a2d73" providerId="LiveId" clId="{2D66D55D-9F0F-4536-BE24-F1755253EAB7}" dt="2026-06-08T06:22:51.344" v="7" actId="22"/>
          <ac:picMkLst>
            <pc:docMk/>
            <pc:sldMk cId="802875818" sldId="256"/>
            <ac:picMk id="7" creationId="{E80946B5-9A54-AE26-2A5B-5277C666DAF0}"/>
          </ac:picMkLst>
        </pc:picChg>
        <pc:picChg chg="add del mod">
          <ac:chgData name="heejung kim" userId="55a97ceace8a2d73" providerId="LiveId" clId="{2D66D55D-9F0F-4536-BE24-F1755253EAB7}" dt="2026-06-08T06:28:07.562" v="36" actId="478"/>
          <ac:picMkLst>
            <pc:docMk/>
            <pc:sldMk cId="802875818" sldId="256"/>
            <ac:picMk id="9" creationId="{D870EC66-5673-4CC1-0A9D-B89505854392}"/>
          </ac:picMkLst>
        </pc:picChg>
        <pc:picChg chg="add del mod">
          <ac:chgData name="heejung kim" userId="55a97ceace8a2d73" providerId="LiveId" clId="{2D66D55D-9F0F-4536-BE24-F1755253EAB7}" dt="2026-06-08T06:23:19.102" v="25" actId="478"/>
          <ac:picMkLst>
            <pc:docMk/>
            <pc:sldMk cId="802875818" sldId="256"/>
            <ac:picMk id="11" creationId="{5A0384D9-C4FF-C62A-70F7-2D731AA18FF8}"/>
          </ac:picMkLst>
        </pc:picChg>
        <pc:picChg chg="mod">
          <ac:chgData name="heejung kim" userId="55a97ceace8a2d73" providerId="LiveId" clId="{2D66D55D-9F0F-4536-BE24-F1755253EAB7}" dt="2026-06-08T06:23:04.909" v="14" actId="27803"/>
          <ac:picMkLst>
            <pc:docMk/>
            <pc:sldMk cId="802875818" sldId="256"/>
            <ac:picMk id="12" creationId="{5A0384D9-C4FF-C62A-70F7-2D731AA18FF8}"/>
          </ac:picMkLst>
        </pc:picChg>
        <pc:picChg chg="add del mod">
          <ac:chgData name="heejung kim" userId="55a97ceace8a2d73" providerId="LiveId" clId="{2D66D55D-9F0F-4536-BE24-F1755253EAB7}" dt="2026-06-08T06:28:19.800" v="39" actId="478"/>
          <ac:picMkLst>
            <pc:docMk/>
            <pc:sldMk cId="802875818" sldId="256"/>
            <ac:picMk id="14" creationId="{E7A310EB-0B3A-D1C6-7AAE-CE60E4D851B6}"/>
          </ac:picMkLst>
        </pc:picChg>
        <pc:picChg chg="add del">
          <ac:chgData name="heejung kim" userId="55a97ceace8a2d73" providerId="LiveId" clId="{2D66D55D-9F0F-4536-BE24-F1755253EAB7}" dt="2026-06-08T06:23:28.575" v="29" actId="22"/>
          <ac:picMkLst>
            <pc:docMk/>
            <pc:sldMk cId="802875818" sldId="256"/>
            <ac:picMk id="16" creationId="{BDC2326A-1DFB-8D9D-4E14-C2278EDA3C82}"/>
          </ac:picMkLst>
        </pc:picChg>
        <pc:picChg chg="add del mod">
          <ac:chgData name="heejung kim" userId="55a97ceace8a2d73" providerId="LiveId" clId="{2D66D55D-9F0F-4536-BE24-F1755253EAB7}" dt="2026-06-08T06:28:17.072" v="38" actId="478"/>
          <ac:picMkLst>
            <pc:docMk/>
            <pc:sldMk cId="802875818" sldId="256"/>
            <ac:picMk id="18" creationId="{F660868A-C1EB-B64C-CD2B-B1A7194A18A4}"/>
          </ac:picMkLst>
        </pc:picChg>
        <pc:picChg chg="add del mod">
          <ac:chgData name="heejung kim" userId="55a97ceace8a2d73" providerId="LiveId" clId="{2D66D55D-9F0F-4536-BE24-F1755253EAB7}" dt="2026-06-08T06:28:32.969" v="45" actId="478"/>
          <ac:picMkLst>
            <pc:docMk/>
            <pc:sldMk cId="802875818" sldId="256"/>
            <ac:picMk id="20" creationId="{926435B2-AAAB-2CCA-571A-DAC04793C13E}"/>
          </ac:picMkLst>
        </pc:picChg>
        <pc:picChg chg="add del mod">
          <ac:chgData name="heejung kim" userId="55a97ceace8a2d73" providerId="LiveId" clId="{2D66D55D-9F0F-4536-BE24-F1755253EAB7}" dt="2026-06-08T06:30:43.719" v="98" actId="478"/>
          <ac:picMkLst>
            <pc:docMk/>
            <pc:sldMk cId="802875818" sldId="256"/>
            <ac:picMk id="22" creationId="{303F9E63-E666-56A2-F449-1C4F728D1B0A}"/>
          </ac:picMkLst>
        </pc:picChg>
        <pc:picChg chg="add mod ord">
          <ac:chgData name="heejung kim" userId="55a97ceace8a2d73" providerId="LiveId" clId="{2D66D55D-9F0F-4536-BE24-F1755253EAB7}" dt="2026-06-08T06:30:43.007" v="97" actId="167"/>
          <ac:picMkLst>
            <pc:docMk/>
            <pc:sldMk cId="802875818" sldId="256"/>
            <ac:picMk id="28" creationId="{E2A19F3B-43C0-F149-A5CA-3703BE6E440B}"/>
          </ac:picMkLst>
        </pc:picChg>
      </pc:sldChg>
      <pc:sldMasterChg chg="modSp modSldLayout">
        <pc:chgData name="heejung kim" userId="55a97ceace8a2d73" providerId="LiveId" clId="{2D66D55D-9F0F-4536-BE24-F1755253EAB7}" dt="2026-06-08T06:28:15.305" v="37"/>
        <pc:sldMasterMkLst>
          <pc:docMk/>
          <pc:sldMasterMk cId="1134507739" sldId="2147483648"/>
        </pc:sldMasterMkLst>
        <pc:spChg chg="mod">
          <ac:chgData name="heejung kim" userId="55a97ceace8a2d73" providerId="LiveId" clId="{2D66D55D-9F0F-4536-BE24-F1755253EAB7}" dt="2026-06-08T06:28:15.305" v="37"/>
          <ac:spMkLst>
            <pc:docMk/>
            <pc:sldMasterMk cId="1134507739" sldId="2147483648"/>
            <ac:spMk id="2" creationId="{5C891FC1-AE58-C1B5-F9D5-BE19CCB75E90}"/>
          </ac:spMkLst>
        </pc:spChg>
        <pc:spChg chg="mod">
          <ac:chgData name="heejung kim" userId="55a97ceace8a2d73" providerId="LiveId" clId="{2D66D55D-9F0F-4536-BE24-F1755253EAB7}" dt="2026-06-08T06:28:15.305" v="37"/>
          <ac:spMkLst>
            <pc:docMk/>
            <pc:sldMasterMk cId="1134507739" sldId="2147483648"/>
            <ac:spMk id="3" creationId="{20D5032F-24E1-28F7-925A-10B04BA023F1}"/>
          </ac:spMkLst>
        </pc:spChg>
        <pc:spChg chg="mod">
          <ac:chgData name="heejung kim" userId="55a97ceace8a2d73" providerId="LiveId" clId="{2D66D55D-9F0F-4536-BE24-F1755253EAB7}" dt="2026-06-08T06:28:15.305" v="37"/>
          <ac:spMkLst>
            <pc:docMk/>
            <pc:sldMasterMk cId="1134507739" sldId="2147483648"/>
            <ac:spMk id="4" creationId="{BE2C308D-07C3-F2CD-8DEA-6B1DF886857C}"/>
          </ac:spMkLst>
        </pc:spChg>
        <pc:spChg chg="mod">
          <ac:chgData name="heejung kim" userId="55a97ceace8a2d73" providerId="LiveId" clId="{2D66D55D-9F0F-4536-BE24-F1755253EAB7}" dt="2026-06-08T06:28:15.305" v="37"/>
          <ac:spMkLst>
            <pc:docMk/>
            <pc:sldMasterMk cId="1134507739" sldId="2147483648"/>
            <ac:spMk id="5" creationId="{A63D937B-58DE-C5AB-EA89-BD155E09B417}"/>
          </ac:spMkLst>
        </pc:spChg>
        <pc:spChg chg="mod">
          <ac:chgData name="heejung kim" userId="55a97ceace8a2d73" providerId="LiveId" clId="{2D66D55D-9F0F-4536-BE24-F1755253EAB7}" dt="2026-06-08T06:28:15.305" v="37"/>
          <ac:spMkLst>
            <pc:docMk/>
            <pc:sldMasterMk cId="1134507739" sldId="2147483648"/>
            <ac:spMk id="6" creationId="{DD0469A0-CF4F-36BF-9528-98517053FA31}"/>
          </ac:spMkLst>
        </pc:spChg>
        <pc:sldLayoutChg chg="modSp">
          <pc:chgData name="heejung kim" userId="55a97ceace8a2d73" providerId="LiveId" clId="{2D66D55D-9F0F-4536-BE24-F1755253EAB7}" dt="2026-06-08T06:28:15.305" v="37"/>
          <pc:sldLayoutMkLst>
            <pc:docMk/>
            <pc:sldMasterMk cId="1134507739" sldId="2147483648"/>
            <pc:sldLayoutMk cId="2076646060" sldId="2147483649"/>
          </pc:sldLayoutMkLst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076646060" sldId="2147483649"/>
              <ac:spMk id="2" creationId="{3DA695F7-2C79-BE47-F039-E9A683F50E28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076646060" sldId="2147483649"/>
              <ac:spMk id="3" creationId="{1573BC49-CB02-9AB0-9541-3AE1D231DD3F}"/>
            </ac:spMkLst>
          </pc:spChg>
        </pc:sldLayoutChg>
        <pc:sldLayoutChg chg="modSp">
          <pc:chgData name="heejung kim" userId="55a97ceace8a2d73" providerId="LiveId" clId="{2D66D55D-9F0F-4536-BE24-F1755253EAB7}" dt="2026-06-08T06:28:15.305" v="37"/>
          <pc:sldLayoutMkLst>
            <pc:docMk/>
            <pc:sldMasterMk cId="1134507739" sldId="2147483648"/>
            <pc:sldLayoutMk cId="2200914479" sldId="2147483651"/>
          </pc:sldLayoutMkLst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200914479" sldId="2147483651"/>
              <ac:spMk id="2" creationId="{853A8BD7-AE33-6858-76B2-122DCF8ED2D4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200914479" sldId="2147483651"/>
              <ac:spMk id="3" creationId="{94FF0535-D28D-074A-A10F-6623D53F7C30}"/>
            </ac:spMkLst>
          </pc:spChg>
        </pc:sldLayoutChg>
        <pc:sldLayoutChg chg="modSp">
          <pc:chgData name="heejung kim" userId="55a97ceace8a2d73" providerId="LiveId" clId="{2D66D55D-9F0F-4536-BE24-F1755253EAB7}" dt="2026-06-08T06:28:15.305" v="37"/>
          <pc:sldLayoutMkLst>
            <pc:docMk/>
            <pc:sldMasterMk cId="1134507739" sldId="2147483648"/>
            <pc:sldLayoutMk cId="4126986109" sldId="2147483652"/>
          </pc:sldLayoutMkLst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4126986109" sldId="2147483652"/>
              <ac:spMk id="3" creationId="{7476C2A4-ABF3-B4BF-CF75-308445D7AB66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4126986109" sldId="2147483652"/>
              <ac:spMk id="4" creationId="{B4BC5F52-95F1-26A5-4340-02469C6D94A1}"/>
            </ac:spMkLst>
          </pc:spChg>
        </pc:sldLayoutChg>
        <pc:sldLayoutChg chg="modSp">
          <pc:chgData name="heejung kim" userId="55a97ceace8a2d73" providerId="LiveId" clId="{2D66D55D-9F0F-4536-BE24-F1755253EAB7}" dt="2026-06-08T06:28:15.305" v="37"/>
          <pc:sldLayoutMkLst>
            <pc:docMk/>
            <pc:sldMasterMk cId="1134507739" sldId="2147483648"/>
            <pc:sldLayoutMk cId="126323174" sldId="2147483653"/>
          </pc:sldLayoutMkLst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126323174" sldId="2147483653"/>
              <ac:spMk id="2" creationId="{3CBDE0C6-C7CE-B8A9-A8CE-E88F2E4DB0F2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126323174" sldId="2147483653"/>
              <ac:spMk id="3" creationId="{5B92E2D3-262E-B4F2-6510-9A5B70588580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126323174" sldId="2147483653"/>
              <ac:spMk id="4" creationId="{1B2CED41-8C12-640B-BC86-2A71183BF0AE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126323174" sldId="2147483653"/>
              <ac:spMk id="5" creationId="{59D85F07-F8ED-33D9-F0D1-B2E072B5561A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126323174" sldId="2147483653"/>
              <ac:spMk id="6" creationId="{F886ACBD-B9AD-6A04-325B-90A1B00A6657}"/>
            </ac:spMkLst>
          </pc:spChg>
        </pc:sldLayoutChg>
        <pc:sldLayoutChg chg="modSp">
          <pc:chgData name="heejung kim" userId="55a97ceace8a2d73" providerId="LiveId" clId="{2D66D55D-9F0F-4536-BE24-F1755253EAB7}" dt="2026-06-08T06:28:15.305" v="37"/>
          <pc:sldLayoutMkLst>
            <pc:docMk/>
            <pc:sldMasterMk cId="1134507739" sldId="2147483648"/>
            <pc:sldLayoutMk cId="2436620926" sldId="2147483656"/>
          </pc:sldLayoutMkLst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436620926" sldId="2147483656"/>
              <ac:spMk id="2" creationId="{FB8CBC88-0CA4-57F4-4E74-CB775221B3AF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436620926" sldId="2147483656"/>
              <ac:spMk id="3" creationId="{22DE4E7C-8851-5E7C-D241-F6162B341F90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436620926" sldId="2147483656"/>
              <ac:spMk id="4" creationId="{D7DFF17C-E2A7-D12B-9945-78E0C1DB75FF}"/>
            </ac:spMkLst>
          </pc:spChg>
        </pc:sldLayoutChg>
        <pc:sldLayoutChg chg="modSp">
          <pc:chgData name="heejung kim" userId="55a97ceace8a2d73" providerId="LiveId" clId="{2D66D55D-9F0F-4536-BE24-F1755253EAB7}" dt="2026-06-08T06:28:15.305" v="37"/>
          <pc:sldLayoutMkLst>
            <pc:docMk/>
            <pc:sldMasterMk cId="1134507739" sldId="2147483648"/>
            <pc:sldLayoutMk cId="268486593" sldId="2147483657"/>
          </pc:sldLayoutMkLst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68486593" sldId="2147483657"/>
              <ac:spMk id="2" creationId="{3F6DA995-2875-8086-5168-58D192B039F4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68486593" sldId="2147483657"/>
              <ac:spMk id="3" creationId="{EDC76F95-4CE1-1669-1900-AB3C00BBDA10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268486593" sldId="2147483657"/>
              <ac:spMk id="4" creationId="{B97FD974-DDE4-5E74-42B2-C7854F7A6482}"/>
            </ac:spMkLst>
          </pc:spChg>
        </pc:sldLayoutChg>
        <pc:sldLayoutChg chg="modSp">
          <pc:chgData name="heejung kim" userId="55a97ceace8a2d73" providerId="LiveId" clId="{2D66D55D-9F0F-4536-BE24-F1755253EAB7}" dt="2026-06-08T06:28:15.305" v="37"/>
          <pc:sldLayoutMkLst>
            <pc:docMk/>
            <pc:sldMasterMk cId="1134507739" sldId="2147483648"/>
            <pc:sldLayoutMk cId="99518569" sldId="2147483659"/>
          </pc:sldLayoutMkLst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99518569" sldId="2147483659"/>
              <ac:spMk id="2" creationId="{35D5D227-08A4-3CA7-BD2B-528599A7188A}"/>
            </ac:spMkLst>
          </pc:spChg>
          <pc:spChg chg="mod">
            <ac:chgData name="heejung kim" userId="55a97ceace8a2d73" providerId="LiveId" clId="{2D66D55D-9F0F-4536-BE24-F1755253EAB7}" dt="2026-06-08T06:28:15.305" v="37"/>
            <ac:spMkLst>
              <pc:docMk/>
              <pc:sldMasterMk cId="1134507739" sldId="2147483648"/>
              <pc:sldLayoutMk cId="99518569" sldId="2147483659"/>
              <ac:spMk id="3" creationId="{18C922DD-6E95-4CA7-7AEA-217829456B77}"/>
            </ac:spMkLst>
          </pc:spChg>
        </pc:sldLayoutChg>
      </pc:sldMasterChg>
      <pc:sldMasterChg chg="modSp modSldLayout">
        <pc:chgData name="heejung kim" userId="55a97ceace8a2d73" providerId="LiveId" clId="{2D66D55D-9F0F-4536-BE24-F1755253EAB7}" dt="2026-06-08T06:29:51.189" v="46"/>
        <pc:sldMasterMkLst>
          <pc:docMk/>
          <pc:sldMasterMk cId="3789707578" sldId="2147483660"/>
        </pc:sldMasterMkLst>
        <pc:spChg chg="mod">
          <ac:chgData name="heejung kim" userId="55a97ceace8a2d73" providerId="LiveId" clId="{2D66D55D-9F0F-4536-BE24-F1755253EAB7}" dt="2026-06-08T06:29:51.189" v="46"/>
          <ac:spMkLst>
            <pc:docMk/>
            <pc:sldMasterMk cId="3789707578" sldId="2147483660"/>
            <ac:spMk id="2" creationId="{00000000-0000-0000-0000-000000000000}"/>
          </ac:spMkLst>
        </pc:spChg>
        <pc:spChg chg="mod">
          <ac:chgData name="heejung kim" userId="55a97ceace8a2d73" providerId="LiveId" clId="{2D66D55D-9F0F-4536-BE24-F1755253EAB7}" dt="2026-06-08T06:29:51.189" v="46"/>
          <ac:spMkLst>
            <pc:docMk/>
            <pc:sldMasterMk cId="3789707578" sldId="2147483660"/>
            <ac:spMk id="3" creationId="{00000000-0000-0000-0000-000000000000}"/>
          </ac:spMkLst>
        </pc:spChg>
        <pc:spChg chg="mod">
          <ac:chgData name="heejung kim" userId="55a97ceace8a2d73" providerId="LiveId" clId="{2D66D55D-9F0F-4536-BE24-F1755253EAB7}" dt="2026-06-08T06:29:51.189" v="46"/>
          <ac:spMkLst>
            <pc:docMk/>
            <pc:sldMasterMk cId="3789707578" sldId="2147483660"/>
            <ac:spMk id="4" creationId="{00000000-0000-0000-0000-000000000000}"/>
          </ac:spMkLst>
        </pc:spChg>
        <pc:spChg chg="mod">
          <ac:chgData name="heejung kim" userId="55a97ceace8a2d73" providerId="LiveId" clId="{2D66D55D-9F0F-4536-BE24-F1755253EAB7}" dt="2026-06-08T06:29:51.189" v="46"/>
          <ac:spMkLst>
            <pc:docMk/>
            <pc:sldMasterMk cId="3789707578" sldId="2147483660"/>
            <ac:spMk id="5" creationId="{00000000-0000-0000-0000-000000000000}"/>
          </ac:spMkLst>
        </pc:spChg>
        <pc:spChg chg="mod">
          <ac:chgData name="heejung kim" userId="55a97ceace8a2d73" providerId="LiveId" clId="{2D66D55D-9F0F-4536-BE24-F1755253EAB7}" dt="2026-06-08T06:29:51.189" v="46"/>
          <ac:spMkLst>
            <pc:docMk/>
            <pc:sldMasterMk cId="3789707578" sldId="2147483660"/>
            <ac:spMk id="6" creationId="{00000000-0000-0000-0000-000000000000}"/>
          </ac:spMkLst>
        </pc:spChg>
        <pc:sldLayoutChg chg="modSp">
          <pc:chgData name="heejung kim" userId="55a97ceace8a2d73" providerId="LiveId" clId="{2D66D55D-9F0F-4536-BE24-F1755253EAB7}" dt="2026-06-08T06:29:51.189" v="46"/>
          <pc:sldLayoutMkLst>
            <pc:docMk/>
            <pc:sldMasterMk cId="3789707578" sldId="2147483660"/>
            <pc:sldLayoutMk cId="1662880142" sldId="2147483661"/>
          </pc:sldLayoutMkLst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1662880142" sldId="2147483661"/>
              <ac:spMk id="2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1662880142" sldId="2147483661"/>
              <ac:spMk id="3" creationId="{00000000-0000-0000-0000-000000000000}"/>
            </ac:spMkLst>
          </pc:spChg>
        </pc:sldLayoutChg>
        <pc:sldLayoutChg chg="modSp">
          <pc:chgData name="heejung kim" userId="55a97ceace8a2d73" providerId="LiveId" clId="{2D66D55D-9F0F-4536-BE24-F1755253EAB7}" dt="2026-06-08T06:29:51.189" v="46"/>
          <pc:sldLayoutMkLst>
            <pc:docMk/>
            <pc:sldMasterMk cId="3789707578" sldId="2147483660"/>
            <pc:sldLayoutMk cId="2824155454" sldId="2147483663"/>
          </pc:sldLayoutMkLst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2824155454" sldId="2147483663"/>
              <ac:spMk id="2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2824155454" sldId="2147483663"/>
              <ac:spMk id="3" creationId="{00000000-0000-0000-0000-000000000000}"/>
            </ac:spMkLst>
          </pc:spChg>
        </pc:sldLayoutChg>
        <pc:sldLayoutChg chg="modSp">
          <pc:chgData name="heejung kim" userId="55a97ceace8a2d73" providerId="LiveId" clId="{2D66D55D-9F0F-4536-BE24-F1755253EAB7}" dt="2026-06-08T06:29:51.189" v="46"/>
          <pc:sldLayoutMkLst>
            <pc:docMk/>
            <pc:sldMasterMk cId="3789707578" sldId="2147483660"/>
            <pc:sldLayoutMk cId="2174221481" sldId="2147483664"/>
          </pc:sldLayoutMkLst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2174221481" sldId="2147483664"/>
              <ac:spMk id="3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2174221481" sldId="2147483664"/>
              <ac:spMk id="4" creationId="{00000000-0000-0000-0000-000000000000}"/>
            </ac:spMkLst>
          </pc:spChg>
        </pc:sldLayoutChg>
        <pc:sldLayoutChg chg="modSp">
          <pc:chgData name="heejung kim" userId="55a97ceace8a2d73" providerId="LiveId" clId="{2D66D55D-9F0F-4536-BE24-F1755253EAB7}" dt="2026-06-08T06:29:51.189" v="46"/>
          <pc:sldLayoutMkLst>
            <pc:docMk/>
            <pc:sldMasterMk cId="3789707578" sldId="2147483660"/>
            <pc:sldLayoutMk cId="4078617418" sldId="2147483665"/>
          </pc:sldLayoutMkLst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4078617418" sldId="2147483665"/>
              <ac:spMk id="2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4078617418" sldId="2147483665"/>
              <ac:spMk id="3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4078617418" sldId="2147483665"/>
              <ac:spMk id="4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4078617418" sldId="2147483665"/>
              <ac:spMk id="5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4078617418" sldId="2147483665"/>
              <ac:spMk id="6" creationId="{00000000-0000-0000-0000-000000000000}"/>
            </ac:spMkLst>
          </pc:spChg>
        </pc:sldLayoutChg>
        <pc:sldLayoutChg chg="modSp">
          <pc:chgData name="heejung kim" userId="55a97ceace8a2d73" providerId="LiveId" clId="{2D66D55D-9F0F-4536-BE24-F1755253EAB7}" dt="2026-06-08T06:29:51.189" v="46"/>
          <pc:sldLayoutMkLst>
            <pc:docMk/>
            <pc:sldMasterMk cId="3789707578" sldId="2147483660"/>
            <pc:sldLayoutMk cId="3057864597" sldId="2147483668"/>
          </pc:sldLayoutMkLst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3057864597" sldId="2147483668"/>
              <ac:spMk id="2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3057864597" sldId="2147483668"/>
              <ac:spMk id="3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3057864597" sldId="2147483668"/>
              <ac:spMk id="4" creationId="{00000000-0000-0000-0000-000000000000}"/>
            </ac:spMkLst>
          </pc:spChg>
        </pc:sldLayoutChg>
        <pc:sldLayoutChg chg="modSp">
          <pc:chgData name="heejung kim" userId="55a97ceace8a2d73" providerId="LiveId" clId="{2D66D55D-9F0F-4536-BE24-F1755253EAB7}" dt="2026-06-08T06:29:51.189" v="46"/>
          <pc:sldLayoutMkLst>
            <pc:docMk/>
            <pc:sldMasterMk cId="3789707578" sldId="2147483660"/>
            <pc:sldLayoutMk cId="4260087094" sldId="2147483669"/>
          </pc:sldLayoutMkLst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4260087094" sldId="2147483669"/>
              <ac:spMk id="2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4260087094" sldId="2147483669"/>
              <ac:spMk id="3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4260087094" sldId="2147483669"/>
              <ac:spMk id="4" creationId="{00000000-0000-0000-0000-000000000000}"/>
            </ac:spMkLst>
          </pc:spChg>
        </pc:sldLayoutChg>
        <pc:sldLayoutChg chg="modSp">
          <pc:chgData name="heejung kim" userId="55a97ceace8a2d73" providerId="LiveId" clId="{2D66D55D-9F0F-4536-BE24-F1755253EAB7}" dt="2026-06-08T06:29:51.189" v="46"/>
          <pc:sldLayoutMkLst>
            <pc:docMk/>
            <pc:sldMasterMk cId="3789707578" sldId="2147483660"/>
            <pc:sldLayoutMk cId="856839053" sldId="2147483671"/>
          </pc:sldLayoutMkLst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856839053" sldId="2147483671"/>
              <ac:spMk id="2" creationId="{00000000-0000-0000-0000-000000000000}"/>
            </ac:spMkLst>
          </pc:spChg>
          <pc:spChg chg="mod">
            <ac:chgData name="heejung kim" userId="55a97ceace8a2d73" providerId="LiveId" clId="{2D66D55D-9F0F-4536-BE24-F1755253EAB7}" dt="2026-06-08T06:29:51.189" v="46"/>
            <ac:spMkLst>
              <pc:docMk/>
              <pc:sldMasterMk cId="3789707578" sldId="2147483660"/>
              <pc:sldLayoutMk cId="856839053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73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06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50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86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09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728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83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846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04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23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67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F5FD4-B4D7-461A-AA79-90E91B9E3BFA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07A7-1878-41EC-88AB-F2926E891F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39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E2A19F3B-43C0-F149-A5CA-3703BE6E4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1F2DB03-AB94-9C1B-0286-CF77A328BA24}"/>
              </a:ext>
            </a:extLst>
          </p:cNvPr>
          <p:cNvSpPr txBox="1"/>
          <p:nvPr/>
        </p:nvSpPr>
        <p:spPr>
          <a:xfrm>
            <a:off x="4932218" y="3943928"/>
            <a:ext cx="3592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일시기입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1B8E5B-B5D3-1F02-0686-CD3B41A112DB}"/>
              </a:ext>
            </a:extLst>
          </p:cNvPr>
          <p:cNvSpPr txBox="1"/>
          <p:nvPr/>
        </p:nvSpPr>
        <p:spPr>
          <a:xfrm>
            <a:off x="4932218" y="4608946"/>
            <a:ext cx="3592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/>
              <a:t>학교명기입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02875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</TotalTime>
  <Words>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heejung kim</dc:creator>
  <cp:lastModifiedBy>heejung kim</cp:lastModifiedBy>
  <cp:revision>1</cp:revision>
  <dcterms:created xsi:type="dcterms:W3CDTF">2026-06-08T06:05:42Z</dcterms:created>
  <dcterms:modified xsi:type="dcterms:W3CDTF">2026-06-08T06:30:50Z</dcterms:modified>
</cp:coreProperties>
</file>